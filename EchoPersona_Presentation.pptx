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EchoPersona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 Simulator for Hard Conversations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43400" y="2423160"/>
            <a:ext cx="457200" cy="7315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conversations are unavoidable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talks, client disputes, relationship boundaries — most people go in unprepared.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don't cut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unstructured roleplay gives no feedback, no structure, and no way to practice realistically.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space to fail and learn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avoid difficult conversations because they've never had a low-stakes environment to rehearse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EchoPersona is a structured conversation rehearsal simulator — not a chatbot.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 Trait Sliders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66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personality controls: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Formality · Verbosity · Volatility · Tension · Interruption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Timeline Branching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2066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Rewind any message, try a new approach, then compare branches side-by-side.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16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Voice Pacing (WPM)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163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input calculates your speaking speed. AI coach flags anxiety or hesitation.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816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Multi-Party Routing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163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room with multiple AI counterparts. Each has independent traits.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13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Referee Mode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2611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humans play on one device. AI referees, tracks tension, coaches both.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8404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913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42611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history, score trends, and per-metric averages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44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scenario (salary negotiation, dispute, etc.) Set counterpart personality with 5 trait sliders.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0391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408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your lines. The AI counterpart responds dynamically. Live tension meter + objectives update in real-time.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9352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Compare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2369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'Rewind here' to try a different approach. Compare parallel timelines and their scorecards side-by-side.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77056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831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330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full breakdown: Empathy, Clarity, Assertiveness scores + strengths, improvements, and WPM pacing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11887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TypeScript · Tailwind CSS v4 · Lucide Icons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105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81051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API · @google/generative-ai SDK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323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43230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SpeechRecognition (STT) · SpeechSynthesis (TTS)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540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305409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persona memory, branching history, session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75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6758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/api/simulate  ·  /api/hint (Copilot)  ·  /api/coach (Scoring)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42976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· Zero TypeScript errors · &lt;9s cold build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EBF4F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972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 (page.tsx)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1783080"/>
            <a:ext cx="0" cy="173736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96596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9659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 (/api/simulate · /api/hint · /api/coach)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651760"/>
            <a:ext cx="0" cy="173736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83464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834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 (roleplay · coaching · memory generation)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3520440"/>
            <a:ext cx="0" cy="173736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70332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12700">
            <a:solidFill>
              <a:srgbClr val="A04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7033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 (personas · branches · session history)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Next.js app — all UI state managed client-side, API routes call Gemini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Demo Judge → explore Scenario Library (12 templates) → set difficulty to Hostile → Start Rehearsal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– 1:45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via mic → see live WPM → watch tension meter update → use 'Rewind here' → compare Branch A vs Branch 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3:00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Rehearsal → review Emotional Heatmap → Mindset Replay slider → coach scorecard with Empathy / Clarity / Assertiveness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 video submitted separately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conversations lead to better outcomes — raises negotiated, conflicts resolved, relationships maintained.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7784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safe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real-world stakes. Fail freely, iterate fast, build genuine conversational skills.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progress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scoring over time makes skill growth visible, not just felt.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use cases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246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Individuals, HR teams, sales training, therapy prep, startup founders — anyone who talks to people.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EchoPersona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conversation before it matters.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6400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Next.js · Gemini 2.5 Flash · TypeScript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EchoPersona</dc:title>
  <dc:subject>PptxGenJS Presentation</dc:subject>
  <dc:creator>PptxGenJS</dc:creator>
  <cp:lastModifiedBy>PptxGenJS</cp:lastModifiedBy>
  <cp:revision>1</cp:revision>
  <dcterms:created xsi:type="dcterms:W3CDTF">2026-06-22T15:18:58Z</dcterms:created>
  <dcterms:modified xsi:type="dcterms:W3CDTF">2026-06-22T15:18:58Z</dcterms:modified>
</cp:coreProperties>
</file>